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"/>
  </p:notesMasterIdLst>
  <p:sldIdLst>
    <p:sldId id="281" r:id="rId2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780" autoAdjust="0"/>
    <p:restoredTop sz="94660"/>
  </p:normalViewPr>
  <p:slideViewPr>
    <p:cSldViewPr snapToGrid="0" snapToObjects="1">
      <p:cViewPr>
        <p:scale>
          <a:sx n="60" d="100"/>
          <a:sy n="60" d="100"/>
        </p:scale>
        <p:origin x="-892" y="-1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04073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COALGUARD AI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88492" y="1413976"/>
            <a:ext cx="11710218" cy="4278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Solution(Describe </a:t>
            </a:r>
            <a:r>
              <a:rPr lang="en-US" sz="3200" b="1" u="sng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yourIdea</a:t>
            </a: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/Solution/Prototype)</a:t>
            </a: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CoalGuard AI – an AI-powered Smart Governance &amp; Compliance Monitoring System for coal mines: ONE unified command-center platform combining Safety, Environment, Employee Monitoring, Compliance, Emergency Response and Audit.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Solves the problem of siloed, manual monitoring by running every module through one workflow: MONITOR → DETECT → ANALYZE → ALERT → ESCALATE → AUDIT, using CV-based PPE detection, IoT sensor readings, blast-zone checks and AI document analysis.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Unique for role-based dashboards (Admin, Safety, Environment, Compliance, Employee, Emergency team), an immutable digital audit trail, and a demo-ready architecture that works with simulated data until real cameras/sensors/APIs are connected.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1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7537</TotalTime>
  <Words>128</Words>
  <Application>Microsoft Office PowerPoint</Application>
  <PresentationFormat>Custom</PresentationFormat>
  <Paragraphs>11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 COALGUARD AI</vt:lpstr>
    </vt:vector>
  </TitlesOfParts>
  <Manager/>
  <Company>Crowdfunder, Inc.</Company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Tamilgovind</cp:lastModifiedBy>
  <cp:revision>153</cp:revision>
  <dcterms:created xsi:type="dcterms:W3CDTF">2013-12-12T18:46:50Z</dcterms:created>
  <dcterms:modified xsi:type="dcterms:W3CDTF">2026-09-17T13:15:57Z</dcterms:modified>
  <cp:category/>
</cp:coreProperties>
</file>