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780" autoAdjust="0"/>
    <p:restoredTop sz="94660"/>
  </p:normalViewPr>
  <p:slideViewPr>
    <p:cSldViewPr snapToGrid="0" snapToObjects="1">
      <p:cViewPr>
        <p:scale>
          <a:sx n="60" d="100"/>
          <a:sy n="60" d="100"/>
        </p:scale>
        <p:origin x="-892" y="-1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4073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MATPLOT LIB NOTES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88492" y="1413976"/>
            <a:ext cx="1171021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/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CoalGuard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AI – an AI-powered Smart Governance &amp; Compliance Monitoring System for coal mines: ONE unified command-center platform combining Safety, Environment, Employee Monitoring, Compliance, Emergency Response and Audit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7544</TotalTime>
  <Words>41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 MATPLOT LIB NOTES</vt:lpstr>
    </vt:vector>
  </TitlesOfParts>
  <Manager/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Tamilgovind</cp:lastModifiedBy>
  <cp:revision>154</cp:revision>
  <dcterms:created xsi:type="dcterms:W3CDTF">2013-12-12T18:46:50Z</dcterms:created>
  <dcterms:modified xsi:type="dcterms:W3CDTF">2026-09-17T13:24:49Z</dcterms:modified>
  <cp:category/>
</cp:coreProperties>
</file>